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78B28-A0C9-4F63-B910-9DABF3EABC7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348A2-C673-4652-8E73-6E673C0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348A2-C673-4652-8E73-6E673C0F85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1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5786-5A69-5813-7CEA-7742ED36A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2C54CE-C107-FF41-6E1B-83C18FD06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2E11D-C3B0-3FCE-2266-BB7727A01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06AB1-792C-DDC8-E2C5-4F6A6F84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D21C1-30A1-8FBB-C4E7-1808F7D9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3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F9D00-271D-A0C6-3097-D61385C2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AEA1F-D07B-073C-8D85-640549AB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AE270-D091-FFE7-F04D-EE4276A9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1E920-1699-A437-6C0B-23C9F8A9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6C113-F88F-1FCC-613B-576A921D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5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DDB0-9148-CF38-4043-66B00B0CC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719FA-A689-5FF0-A8A7-C0FA55A45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0E82B-56B8-C070-E65B-E9A44882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87D49-E42E-0AC4-8C8C-79434855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D3A44-27D7-0D02-280F-0006A463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8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C2167-71A6-A0CC-C8E3-996F7159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196FF-25C5-81F1-398F-5466E826E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B4FF5-5E28-53B5-0D72-93171AC81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B85DC-6AED-B6FC-1A57-1D8C2E59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CD106-4029-85D9-E9D4-9FD0F834A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BC313-2EC3-408F-28FA-295F5644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0C50-D3DC-E532-323F-628F880F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E4EF6-6A3F-F6CE-68BF-400513888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A09E5-E1A1-EADA-E585-76BAA680E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97823-0473-5857-907C-1C71C48D6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6960D-88EA-94F7-F802-4AE8A5A62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CC31E-0E92-86FE-CC75-E1CAF132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BF848-D61E-FB27-AAC1-698B79081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B8686-7465-0D7D-AE0E-2C7D3688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5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E3E0-5E40-6583-1C98-AF7E591F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73413-C6A9-491A-3F82-8A250CBD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B829D-5F0F-48D8-4528-8DD086ED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C5C06-0DAF-56B6-5E91-A365049A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70795-5757-F4E2-A60B-BAD1C385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CAA91-BDA3-C818-EA3B-7BF13502E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04200-D403-2BD3-690D-48B16E3D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3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60B2-8DCD-AF03-4436-6DFD8453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0E518-9A78-F4AC-5574-7199C1421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02135-876F-5ECF-176B-87EA0F8A9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1CD9C-76A4-6AC4-F53D-1F1907C9E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0E59F-A454-A018-7617-0F8CEFA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5388F-D9F2-5ABA-8220-28106DCF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0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9F6F-7D12-B705-4191-C8F523C3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A5594-8518-35EA-9E2B-13AC00C20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49762-0623-D56F-A563-E51DFAF95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D7B62-0799-716E-2AB0-9D2FB6B5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DD804-CD2C-D1D1-27AE-47D97828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5A711-8F29-0516-2131-3A6A8F85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7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1B67-ED11-89AD-CA96-C55FA4AD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D67C6-9365-F6C0-C127-6511D2B9F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2DEFC-D482-A588-05A3-B80C6494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CBE9E-65A8-F0AE-E4B0-416854734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02A16-FC9E-E0BC-F16C-E02C2A9A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3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215D82-6283-B39B-D3ED-E35C3B683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97205-42A7-3AB7-4BD3-1B0BFBA37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43E4E-CDE4-36BF-0C9E-F43E7655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123B4-0A87-FF29-6A37-A767B891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EA331-535D-6A47-0EF6-C45889E7C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8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DACA88-3DCE-63C8-A9BB-EBD00686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0825E-28B2-30EC-869C-3C07AFC1D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D314F-F5B3-6E51-8A1E-B884DCF61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08BDA-F3A0-45E1-A64C-A8934FFB627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97CC7-FE4F-A51F-0025-3EC8DB819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E0E82-6FFE-38D2-4209-143517E72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B90EE-6AF2-445F-83F9-183597B02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0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B611DB9-1E81-BF05-E95A-800740951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92136"/>
            <a:ext cx="5884607" cy="32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2">
            <a:extLst>
              <a:ext uri="{FF2B5EF4-FFF2-40B4-BE49-F238E27FC236}">
                <a16:creationId xmlns:a16="http://schemas.microsoft.com/office/drawing/2014/main" id="{163BB3F7-FFD3-9747-320C-AC8CF566AF0E}"/>
              </a:ext>
            </a:extLst>
          </p:cNvPr>
          <p:cNvSpPr/>
          <p:nvPr/>
        </p:nvSpPr>
        <p:spPr>
          <a:xfrm>
            <a:off x="0" y="0"/>
            <a:ext cx="12192000" cy="1809135"/>
          </a:xfrm>
          <a:custGeom>
            <a:avLst/>
            <a:gdLst/>
            <a:ahLst/>
            <a:cxnLst/>
            <a:rect l="l" t="t" r="r" b="b"/>
            <a:pathLst>
              <a:path w="18574585" h="2379463">
                <a:moveTo>
                  <a:pt x="0" y="0"/>
                </a:moveTo>
                <a:lnTo>
                  <a:pt x="18574584" y="0"/>
                </a:lnTo>
                <a:lnTo>
                  <a:pt x="18574584" y="2379463"/>
                </a:lnTo>
                <a:lnTo>
                  <a:pt x="0" y="23794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15501-2838-AD9D-346E-12F9FE4115A0}"/>
              </a:ext>
            </a:extLst>
          </p:cNvPr>
          <p:cNvSpPr/>
          <p:nvPr/>
        </p:nvSpPr>
        <p:spPr>
          <a:xfrm>
            <a:off x="2644140" y="2645201"/>
            <a:ext cx="6903720" cy="596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944"/>
              </a:lnSpc>
              <a:buNone/>
            </a:pPr>
            <a:r>
              <a:rPr lang="en-US" sz="3530" b="0" u="sng" strike="noStrike" spc="630" dirty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MINOR PROJECT</a:t>
            </a:r>
            <a:endParaRPr lang="en-IN" sz="353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FE098-C9E0-5BE6-FB49-D2130C3085CA}"/>
              </a:ext>
            </a:extLst>
          </p:cNvPr>
          <p:cNvSpPr/>
          <p:nvPr/>
        </p:nvSpPr>
        <p:spPr>
          <a:xfrm>
            <a:off x="2014860" y="2061506"/>
            <a:ext cx="8162280" cy="233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800"/>
              </a:lnSpc>
              <a:buNone/>
            </a:pPr>
            <a:r>
              <a:rPr lang="en-US" sz="2000" b="1" strike="noStrike" spc="-1" dirty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DEPARTMENT OF INFORMATION TECHNOLOGY</a:t>
            </a:r>
            <a:endParaRPr lang="en-IN" sz="20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E68DF-EAAD-BA2D-0D83-ECFBB7C3E1B2}"/>
              </a:ext>
            </a:extLst>
          </p:cNvPr>
          <p:cNvSpPr txBox="1"/>
          <p:nvPr/>
        </p:nvSpPr>
        <p:spPr>
          <a:xfrm>
            <a:off x="3765755" y="3592136"/>
            <a:ext cx="520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“E-COMMERCE SYSTEM”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6F818-7EEA-1E67-F795-13782E1F0F45}"/>
              </a:ext>
            </a:extLst>
          </p:cNvPr>
          <p:cNvSpPr txBox="1"/>
          <p:nvPr/>
        </p:nvSpPr>
        <p:spPr>
          <a:xfrm>
            <a:off x="3153697" y="4911214"/>
            <a:ext cx="58846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Patrick Hand" panose="00000500000000000000" pitchFamily="2" charset="0"/>
              </a:rPr>
              <a:t>Presented by</a:t>
            </a:r>
            <a:r>
              <a:rPr lang="en-US" sz="3200" b="1" dirty="0">
                <a:latin typeface="Patrick Hand" panose="00000500000000000000" pitchFamily="2" charset="0"/>
              </a:rPr>
              <a:t>:- </a:t>
            </a:r>
            <a:r>
              <a:rPr lang="en-US" sz="2800" b="1" dirty="0">
                <a:latin typeface="Patrick Hand" panose="00000500000000000000" pitchFamily="2" charset="0"/>
              </a:rPr>
              <a:t>Aman Kumar Sahu</a:t>
            </a:r>
          </a:p>
          <a:p>
            <a:r>
              <a:rPr lang="en-US" sz="2800" b="1" dirty="0">
                <a:latin typeface="Patrick Hand" panose="00000500000000000000" pitchFamily="2" charset="0"/>
              </a:rPr>
              <a:t>                            Ketan Kumar Sahu</a:t>
            </a:r>
          </a:p>
          <a:p>
            <a:r>
              <a:rPr lang="en-US" sz="2800" b="1" dirty="0">
                <a:latin typeface="Patrick Hand" panose="00000500000000000000" pitchFamily="2" charset="0"/>
              </a:rPr>
              <a:t>                            Ayush Kumar</a:t>
            </a:r>
          </a:p>
        </p:txBody>
      </p:sp>
    </p:spTree>
    <p:extLst>
      <p:ext uri="{BB962C8B-B14F-4D97-AF65-F5344CB8AC3E}">
        <p14:creationId xmlns:p14="http://schemas.microsoft.com/office/powerpoint/2010/main" val="665205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7C7C1F-7386-664D-1459-73A70E4D27BB}"/>
              </a:ext>
            </a:extLst>
          </p:cNvPr>
          <p:cNvSpPr txBox="1"/>
          <p:nvPr/>
        </p:nvSpPr>
        <p:spPr>
          <a:xfrm>
            <a:off x="668592" y="412790"/>
            <a:ext cx="872121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0" i="0" dirty="0">
                <a:effectLst/>
                <a:latin typeface="fkGrotesk"/>
              </a:rPr>
              <a:t> </a:t>
            </a:r>
            <a:r>
              <a:rPr lang="en-US" sz="2800" b="1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Introduction:-  </a:t>
            </a:r>
            <a:r>
              <a:rPr lang="en-US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E-Commerce System Project</a:t>
            </a:r>
          </a:p>
          <a:p>
            <a:pPr algn="just">
              <a:buNone/>
            </a:pPr>
            <a:endParaRPr lang="en-US" b="1" i="0" dirty="0">
              <a:effectLst/>
              <a:latin typeface="fkGroteskNeue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effectLst/>
              </a:rPr>
              <a:t>An application for online shopping and management.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dirty="0"/>
              <a:t>A digital platform for buying and selling products online, designed for easy management by both administrators and regular users.</a:t>
            </a:r>
            <a:endParaRPr lang="en-US" sz="2600" b="0" i="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83F1F-A66E-6055-7AF2-CA1069889F3B}"/>
              </a:ext>
            </a:extLst>
          </p:cNvPr>
          <p:cNvSpPr txBox="1"/>
          <p:nvPr/>
        </p:nvSpPr>
        <p:spPr>
          <a:xfrm>
            <a:off x="668591" y="3261851"/>
            <a:ext cx="684325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u="sng" dirty="0">
                <a:effectLst/>
                <a:latin typeface="Patrick Hand" panose="00000500000000000000" pitchFamily="2" charset="0"/>
              </a:rPr>
              <a:t>Problem Statement:-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Traditional stores face difficulties like handling large product lists, slow customer checkout, and keeping user data safe.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Businesses need a fast and reliable way to manage products, users, and orders — and to keep everything organized in one place.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8F90CF57-8A36-020E-A876-612C21774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894" y="2813447"/>
            <a:ext cx="3285515" cy="328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47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F56AF9-50F2-8CF2-AAA9-D2AE89F8D579}"/>
              </a:ext>
            </a:extLst>
          </p:cNvPr>
          <p:cNvSpPr txBox="1"/>
          <p:nvPr/>
        </p:nvSpPr>
        <p:spPr>
          <a:xfrm>
            <a:off x="953728" y="931125"/>
            <a:ext cx="10245213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400" b="1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Solution Approach</a:t>
            </a:r>
          </a:p>
          <a:p>
            <a:pPr algn="l">
              <a:buNone/>
            </a:pPr>
            <a:endParaRPr lang="en-US" sz="3200" b="1" i="0" u="sng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fkGroteskNeue"/>
              </a:rPr>
              <a:t>Build an e-commerce system where users can register, login, browse products, add items to their cart, and place orders.</a:t>
            </a:r>
          </a:p>
          <a:p>
            <a:pPr algn="just"/>
            <a:endParaRPr lang="en-US" sz="3200" b="0" i="0" dirty="0">
              <a:effectLst/>
              <a:latin typeface="fkGroteskNeue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fkGroteskNeue"/>
              </a:rPr>
              <a:t>Administrators (admins) can manage users, categories, and products, and monitor shopping activity.</a:t>
            </a:r>
          </a:p>
          <a:p>
            <a:pPr algn="just"/>
            <a:endParaRPr lang="en-US" sz="3200" b="0" i="0" dirty="0">
              <a:effectLst/>
              <a:latin typeface="fkGroteskNeue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fkGroteskNeue"/>
              </a:rPr>
              <a:t>The system keeps all information safe and updates instantly as changes are made.</a:t>
            </a:r>
          </a:p>
        </p:txBody>
      </p:sp>
    </p:spTree>
    <p:extLst>
      <p:ext uri="{BB962C8B-B14F-4D97-AF65-F5344CB8AC3E}">
        <p14:creationId xmlns:p14="http://schemas.microsoft.com/office/powerpoint/2010/main" val="298167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6C9CCA-661E-0E2D-5102-D650CE23EBC4}"/>
              </a:ext>
            </a:extLst>
          </p:cNvPr>
          <p:cNvSpPr txBox="1"/>
          <p:nvPr/>
        </p:nvSpPr>
        <p:spPr>
          <a:xfrm>
            <a:off x="270387" y="407538"/>
            <a:ext cx="1165122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i="0" u="sng" dirty="0">
                <a:effectLst/>
                <a:latin typeface="Patrick Hand" panose="00000500000000000000" pitchFamily="2" charset="0"/>
              </a:rPr>
              <a:t>Main Features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fkGroteskNeue"/>
              </a:rPr>
              <a:t>User registration and login with email and password security.</a:t>
            </a:r>
          </a:p>
          <a:p>
            <a:pPr algn="just"/>
            <a:endParaRPr lang="en-US" sz="3200" b="0" i="0" dirty="0">
              <a:effectLst/>
              <a:latin typeface="fkGroteskNeue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fkGroteskNeue"/>
              </a:rPr>
              <a:t>Admin controls: Add, delete, and view products and categories; manage users (including deleting them); see who is online or offline.</a:t>
            </a:r>
          </a:p>
          <a:p>
            <a:pPr algn="just"/>
            <a:endParaRPr lang="en-US" sz="3200" b="0" i="0" dirty="0">
              <a:effectLst/>
              <a:latin typeface="fkGroteskNeue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fkGroteskNeue"/>
              </a:rPr>
              <a:t>User options: View products, add items to cart, update cart quantities, and checkout by entering address details.</a:t>
            </a:r>
          </a:p>
          <a:p>
            <a:pPr algn="just"/>
            <a:endParaRPr lang="en-US" sz="3200" b="0" i="0" dirty="0">
              <a:effectLst/>
              <a:latin typeface="fkGroteskNeue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latin typeface="fkGroteskNeue"/>
              </a:rPr>
              <a:t>Real-time updates: Changes in products, users, and orders are saved and reflected immediately.</a:t>
            </a:r>
          </a:p>
        </p:txBody>
      </p:sp>
    </p:spTree>
    <p:extLst>
      <p:ext uri="{BB962C8B-B14F-4D97-AF65-F5344CB8AC3E}">
        <p14:creationId xmlns:p14="http://schemas.microsoft.com/office/powerpoint/2010/main" val="173289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ACA63B-714E-D68B-ADE4-47C25E22B554}"/>
              </a:ext>
            </a:extLst>
          </p:cNvPr>
          <p:cNvSpPr txBox="1"/>
          <p:nvPr/>
        </p:nvSpPr>
        <p:spPr>
          <a:xfrm>
            <a:off x="747250" y="52397"/>
            <a:ext cx="6882581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trick Hand" panose="00000500000000000000" pitchFamily="2" charset="0"/>
                <a:cs typeface="Arial" panose="020B0604020202020204" pitchFamily="34" charset="0"/>
              </a:rPr>
              <a:t>Software</a:t>
            </a:r>
            <a:r>
              <a:rPr lang="en-US" sz="4400" b="1" i="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trick Hand" panose="00000500000000000000" pitchFamily="2" charset="0"/>
                <a:cs typeface="Arial" panose="020B0604020202020204" pitchFamily="34" charset="0"/>
              </a:rPr>
              <a:t> Used:-</a:t>
            </a:r>
            <a:endParaRPr lang="en-US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trick Hand" panose="00000500000000000000" pitchFamily="2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US" sz="4400" b="1" i="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trick Hand" panose="00000500000000000000" pitchFamily="2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Java: Programming the logic and flow of the application.</a:t>
            </a:r>
          </a:p>
          <a:p>
            <a:endParaRPr lang="en-US" sz="2800" b="0" i="0" dirty="0">
              <a:effectLst/>
              <a:latin typeface="fkGrotesk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MySQL: Storing information like products, categories, users, carts, and orders.</a:t>
            </a:r>
          </a:p>
          <a:p>
            <a:endParaRPr lang="en-US" sz="2800" b="0" i="0" dirty="0">
              <a:effectLst/>
              <a:latin typeface="fkGrotesk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SHA-256 Password Hashing: Keeping passwords secure during login and registration.</a:t>
            </a:r>
          </a:p>
          <a:p>
            <a:endParaRPr lang="en-US" sz="2800" b="0" i="0" dirty="0">
              <a:effectLst/>
              <a:latin typeface="fkGrotesk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Prepared for future upgrades into a graphical (window) interface.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884EB2D-6601-5654-13F7-F98A24065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8658" y="218153"/>
            <a:ext cx="3633634" cy="363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E904D5D-B014-9D80-0175-648991809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725" y="3924915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31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3BCB82F-CE35-79DD-BAEE-96E7F39E6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81" y="256458"/>
            <a:ext cx="11415252" cy="634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BBBF57-1FA2-F09C-06AC-385C01162ADC}"/>
              </a:ext>
            </a:extLst>
          </p:cNvPr>
          <p:cNvSpPr txBox="1"/>
          <p:nvPr/>
        </p:nvSpPr>
        <p:spPr>
          <a:xfrm>
            <a:off x="3283974" y="1755059"/>
            <a:ext cx="5279923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800" b="1" dirty="0">
                <a:effectLst>
                  <a:glow rad="25400">
                    <a:schemeClr val="accent1"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trick Hand" panose="00000500000000000000" pitchFamily="2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60520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298</Words>
  <Application>Microsoft Office PowerPoint</Application>
  <PresentationFormat>Widescreen</PresentationFormat>
  <Paragraphs>39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fkGrotesk</vt:lpstr>
      <vt:lpstr>fkGroteskNeue</vt:lpstr>
      <vt:lpstr>Patrick Hand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Sahu</dc:creator>
  <cp:lastModifiedBy>Aman Sahu</cp:lastModifiedBy>
  <cp:revision>2</cp:revision>
  <dcterms:created xsi:type="dcterms:W3CDTF">2025-10-05T12:48:06Z</dcterms:created>
  <dcterms:modified xsi:type="dcterms:W3CDTF">2025-10-05T14:17:58Z</dcterms:modified>
</cp:coreProperties>
</file>